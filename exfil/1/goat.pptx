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42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9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3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326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7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59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712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58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89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20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26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16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4096D-BF91-4924-B0F1-6F4278D6F770}" type="datetimeFigureOut">
              <a:rPr lang="en-US" smtClean="0"/>
              <a:t>3/24/2015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6189D-5EA3-42EC-9178-CD32D9A99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smtClean="0"/>
              <a:t>Test</a:t>
            </a:r>
            <a:br>
              <a:rPr lang="en-CA" smtClean="0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72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Test </vt:lpstr>
    </vt:vector>
  </TitlesOfParts>
  <Company>Sophos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</dc:title>
  <dc:creator>Sophos</dc:creator>
  <cp:lastModifiedBy>Sophos</cp:lastModifiedBy>
  <cp:revision>1</cp:revision>
  <dcterms:created xsi:type="dcterms:W3CDTF">2015-03-24T23:23:01Z</dcterms:created>
  <dcterms:modified xsi:type="dcterms:W3CDTF">2015-03-24T23:23:14Z</dcterms:modified>
</cp:coreProperties>
</file>